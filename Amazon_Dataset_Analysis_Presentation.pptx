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5c711a9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5c711a9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5c711a98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5c711a9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5c711a98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5c711a9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5c711a98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5c711a98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5c711a98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5c711a98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5c711a9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5c711a9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5c711a98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5c711a98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c711a98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5c711a98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5c711a98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5c711a98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c711a98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c711a98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c711a9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5c711a9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5c711a98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5c711a98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5c711a98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5c711a98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αλε μου στην διαφανεια 15 αριθμηση σελιδασ νουμερο 1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16  νουμερο 2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17  νουμερο 3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18  νουμερο 4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19  νουμερο 5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0 νουμερο 6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1  νουμερο 7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2  νουμερο 8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3  νουμερο 9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4  νουμερο 10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5  νουμερο 11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πιο δεξια ρε συ το 12 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πιο δεξια το 13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